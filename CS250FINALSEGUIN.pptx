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2279A-8BEF-1648-55B1-F6B89C8865D1}" v="152" dt="2026-06-21T23:24:49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64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31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17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8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696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863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248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2452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538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77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97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6/28/2026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2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Scrum-Agile vs. Waterfall Development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CS250 SOFTWARE DEV LIFECYCLE</a:t>
            </a:r>
          </a:p>
          <a:p>
            <a:r>
              <a:rPr lang="en-US"/>
              <a:t>JON SEGUIN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5E05-923D-94E8-BFC0-AD69C734E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17" y="317814"/>
            <a:ext cx="11615259" cy="17007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a typeface="+mj-lt"/>
                <a:cs typeface="+mj-lt"/>
              </a:rPr>
              <a:t>Evaluating Development Approaches for </a:t>
            </a:r>
            <a:r>
              <a:rPr lang="en-US" dirty="0" err="1">
                <a:ea typeface="+mj-lt"/>
                <a:cs typeface="+mj-lt"/>
              </a:rPr>
              <a:t>ChadaTech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106D0-3599-F088-E251-A961ABEB6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ChadaTech</a:t>
            </a:r>
            <a:r>
              <a:rPr lang="en-US" dirty="0">
                <a:ea typeface="+mn-lt"/>
                <a:cs typeface="+mn-lt"/>
              </a:rPr>
              <a:t> traditionally uses Waterfall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SNHU Travel project piloted Scrum-Agile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Goal: Evaluate Agile effectiveness and compare to Waterfall</a:t>
            </a:r>
            <a:endParaRPr lang="en-US"/>
          </a:p>
          <a:p>
            <a:endParaRPr lang="en-US" dirty="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This presentation reviews the Scrum-Agile approach used during the SNHU Travel project and compares it to the traditional Waterfall model to help leadership determine the best development approach for future projects.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043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6D79-F171-E4D1-C369-2F9455E50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Scrum-Agile Roles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057EB-8FB7-BB47-7C3C-45682BD4A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389423"/>
            <a:ext cx="9798986" cy="415726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457200" indent="-457200">
              <a:buChar char="•"/>
            </a:pPr>
            <a:r>
              <a:rPr lang="en-US" b="1">
                <a:ea typeface="+mn-lt"/>
                <a:cs typeface="+mn-lt"/>
              </a:rPr>
              <a:t>Product Owner:</a:t>
            </a:r>
            <a:r>
              <a:rPr lang="en-US">
                <a:ea typeface="+mn-lt"/>
                <a:cs typeface="+mn-lt"/>
              </a:rPr>
              <a:t> Manages backlog and priorities</a:t>
            </a:r>
            <a:endParaRPr lang="en-US"/>
          </a:p>
          <a:p>
            <a:pPr marL="457200" indent="-457200">
              <a:buChar char="•"/>
            </a:pPr>
            <a:r>
              <a:rPr lang="en-US" b="1">
                <a:ea typeface="+mn-lt"/>
                <a:cs typeface="+mn-lt"/>
              </a:rPr>
              <a:t>Scrum Master:</a:t>
            </a:r>
            <a:r>
              <a:rPr lang="en-US">
                <a:ea typeface="+mn-lt"/>
                <a:cs typeface="+mn-lt"/>
              </a:rPr>
              <a:t> Facilitates Scrum and removes blockers</a:t>
            </a:r>
            <a:endParaRPr lang="en-US"/>
          </a:p>
          <a:p>
            <a:pPr marL="457200" indent="-457200">
              <a:buChar char="•"/>
            </a:pPr>
            <a:r>
              <a:rPr lang="en-US" b="1">
                <a:ea typeface="+mn-lt"/>
                <a:cs typeface="+mn-lt"/>
              </a:rPr>
              <a:t>Development Team:</a:t>
            </a:r>
            <a:r>
              <a:rPr lang="en-US">
                <a:ea typeface="+mn-lt"/>
                <a:cs typeface="+mn-lt"/>
              </a:rPr>
              <a:t> Designs, develops, and tests software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Why Do Roles Matter?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Clear responsibilities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Strong communication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Better collaboration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Each Scrum role contributes to project success by improving accountability, communication, and team efficiency.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687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A120B-DB6B-D035-6ACA-81F9E106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Agile SDLC Phases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97D38-56F5-4B57-8C02-FC0AB9FF2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305917"/>
            <a:ext cx="10759315" cy="438690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Planning and user story creation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Design and development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Continuous testing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Deployment and feedback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Repeat in short sprint cycles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Key Benefit: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Continuous improvement through iteration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Agile includes all SDLC phases, but instead of occurring once in sequence, they repeat during each sprint, allowing for faster improvements and feedback.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4C00-0FD3-BC26-7E32-906836DDA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Waterfall vs. Agile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073A4-6AC2-B6CC-9B65-025885DFF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84" y="2472930"/>
            <a:ext cx="10947204" cy="4084193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Waterfall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Sequential phases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Limited flexibility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Testing occurs late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Agile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Iterative development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Flexible to change</a:t>
            </a:r>
            <a:endParaRPr lang="en-US"/>
          </a:p>
          <a:p>
            <a:pPr marL="457200" indent="-457200">
              <a:buChar char="•"/>
            </a:pPr>
            <a:r>
              <a:rPr lang="en-US">
                <a:ea typeface="+mn-lt"/>
                <a:cs typeface="+mn-lt"/>
              </a:rPr>
              <a:t>Continuous testing</a:t>
            </a:r>
            <a:endParaRPr lang="en-US"/>
          </a:p>
          <a:p>
            <a:endParaRPr lang="en-US" dirty="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The major difference between Waterfall and Agile is flexibility. Waterfall works best with fixed requirements, while Agile is better for evolving projects.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862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6885-DB46-8720-1E59-315988D64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Best Approach for </a:t>
            </a:r>
            <a:r>
              <a:rPr lang="en-US" dirty="0" err="1">
                <a:ea typeface="+mj-lt"/>
                <a:cs typeface="+mj-lt"/>
              </a:rPr>
              <a:t>ChadaTech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541D-4AF1-D028-E21F-E59AE2D6F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39" y="2472930"/>
            <a:ext cx="10644492" cy="3948496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SNHU Travel Example: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Requirements changed during development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Agile allowed backlog reprioritization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Team adapted with minimal disruption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indent="0">
              <a:buNone/>
            </a:pPr>
            <a:r>
              <a:rPr lang="en-US">
                <a:ea typeface="+mn-lt"/>
                <a:cs typeface="+mn-lt"/>
              </a:rPr>
              <a:t>Recommendation: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 Agile for dynamic projects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 Waterfall for fixed, predictable projects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The SNHU Travel project showed that Agile handled changing requirements more effectively than Waterfall would have, making it the better choice for flexible software projects.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416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E20B-B3DC-7CAB-AA65-F93066DD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Work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D2850-2BA3-AB8D-EFAD-BF093E45F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>
                <a:ea typeface="+mn-lt"/>
                <a:cs typeface="+mn-lt"/>
              </a:rPr>
              <a:t>Cobb, C. G. (2023). </a:t>
            </a:r>
            <a:r>
              <a:rPr lang="en-US" i="1">
                <a:ea typeface="+mn-lt"/>
                <a:cs typeface="+mn-lt"/>
              </a:rPr>
              <a:t>The project manager’s guide to mastering agile: Principles and practices for an adaptive approach</a:t>
            </a:r>
            <a:r>
              <a:rPr lang="en-US">
                <a:ea typeface="+mn-lt"/>
                <a:cs typeface="+mn-lt"/>
              </a:rPr>
              <a:t> (2nd ed.). Wiley. 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Schwaber, K., &amp; Sutherland, J. (2020). </a:t>
            </a:r>
            <a:r>
              <a:rPr lang="en-US" i="1">
                <a:ea typeface="+mn-lt"/>
                <a:cs typeface="+mn-lt"/>
              </a:rPr>
              <a:t>The Scrum guide: The definitive guide to Scrum: The rules of the game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Hron, M., &amp; </a:t>
            </a:r>
            <a:r>
              <a:rPr lang="en-US" dirty="0" err="1">
                <a:ea typeface="+mn-lt"/>
                <a:cs typeface="+mn-lt"/>
              </a:rPr>
              <a:t>Obwegeser</a:t>
            </a:r>
            <a:r>
              <a:rPr lang="en-US" dirty="0">
                <a:ea typeface="+mn-lt"/>
                <a:cs typeface="+mn-lt"/>
              </a:rPr>
              <a:t>, N. (2022). Why and how is Scrum being adapted in practice: A systematic review. </a:t>
            </a:r>
            <a:r>
              <a:rPr lang="en-US" i="1" dirty="0">
                <a:ea typeface="+mn-lt"/>
                <a:cs typeface="+mn-lt"/>
              </a:rPr>
              <a:t>Journal of Systems and Software, 183</a:t>
            </a:r>
            <a:r>
              <a:rPr lang="en-US" dirty="0">
                <a:ea typeface="+mn-lt"/>
                <a:cs typeface="+mn-lt"/>
              </a:rPr>
              <a:t>, 111110.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Noteboom, C., Martinson, O., Sutrave, K., &amp; El-Gayar, O. (2021). </a:t>
            </a:r>
            <a:r>
              <a:rPr lang="en-US" i="1">
                <a:ea typeface="+mn-lt"/>
                <a:cs typeface="+mn-lt"/>
              </a:rPr>
              <a:t>Agile project management: A systematic literature review of adoption drivers and critical success factors</a:t>
            </a:r>
            <a:r>
              <a:rPr lang="en-US">
                <a:ea typeface="+mn-lt"/>
                <a:cs typeface="+mn-lt"/>
              </a:rPr>
              <a:t>. Proceedings of the 54th Hawaii International Conference on System Sciences.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84620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JuxtaposeVTI</vt:lpstr>
      <vt:lpstr>Scrum-Agile vs. Waterfall Development</vt:lpstr>
      <vt:lpstr>Evaluating Development Approaches for ChadaTech</vt:lpstr>
      <vt:lpstr>Scrum-Agile Roles</vt:lpstr>
      <vt:lpstr>Agile SDLC Phases</vt:lpstr>
      <vt:lpstr>Waterfall vs. Agile</vt:lpstr>
      <vt:lpstr>Best Approach for ChadaTech</vt:lpstr>
      <vt:lpstr>Work Cited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96</cp:revision>
  <dcterms:created xsi:type="dcterms:W3CDTF">2026-06-21T23:04:34Z</dcterms:created>
  <dcterms:modified xsi:type="dcterms:W3CDTF">2026-06-28T22:39:01Z</dcterms:modified>
</cp:coreProperties>
</file>